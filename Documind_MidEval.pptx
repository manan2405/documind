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850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and project name. Keep it brief - 20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walkthrough of what we'll cover. Presenter: Manan.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Manan. Explain the core idea in plain terms before diving technical.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Manan. Mention pgvector vs ChromaDB decision depends on project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Akshita. Explain PDFs handled now, other formats (csv/xlsx/docx)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Akshita. Model: all-MiniLM-L6-v2, built on HuggingFace transformers + PyTorch.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Akshita. This is the core generation step that closes the RAG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Manan. Mention this as a key differentiator from a plain RAG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Manan. Ready to answer questions about SSE vs WebSockets.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Manan. Keep this crisp - 30-40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Akshita. Be honest about what was hard - evaluators like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presenters: close together,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Documind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RAG Platform for Chatting with Your Documents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C2E0"/>
                </a:solidFill>
              </a:rPr>
              <a:t>Mid-Evaluation Presentation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Manan Gagrani   •   Akshita Dixit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Project Overview &amp; Goal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5087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093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122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Tech Stack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RAG Pipeline: Ingestion → Chunking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24231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09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RAG Pipeline: Embedding → Vector DB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RAG Pipeline: Retrieval → Generation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3337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0936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Hybrid Search (Semantic + BM25)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FastAPI Backend &amp; Streaming (SSE)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42519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0936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Authentication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Challenges We Solved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09360" y="51663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0936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228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What's Next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766560" cy="4389120"/>
          </a:xfrm>
          <a:prstGeom prst="roundRect">
            <a:avLst>
              <a:gd name="adj" fmla="val 2500"/>
            </a:avLst>
          </a:prstGeom>
          <a:solidFill>
            <a:srgbClr val="F0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What is Documind?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621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A platform where users upload large documents and chat with them using natural language.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Combines Retrieval-Augmented Generation (RAG) with a modern full-stack web app.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Goal: accurate, source-grounded answers instead of LLM hallucination.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1371600"/>
            <a:ext cx="3931920" cy="4389120"/>
          </a:xfrm>
          <a:prstGeom prst="roundRect">
            <a:avLst>
              <a:gd name="adj" fmla="val 279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</a:rPr>
              <a:t>Live Reference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documind-v2.netlify.app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0" y="26517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5F0F7"/>
                </a:solidFill>
              </a:rPr>
              <a:t>Every team's final product will look different — this is a reference for scope, not a template to copy.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</a:rPr>
              <a:t>Next.js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Frontend UI (optional layer)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1772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1772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</a:rPr>
              <a:t>FastAPI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2834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Backend API &amp; orchestration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1248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1248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</a:rPr>
              <a:t>PostgreSQL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12480" y="2834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Structured data &amp; metadata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</a:rPr>
              <a:t>LangChain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RAG pipeline framework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43400" y="3749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17720" y="4023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17720" y="4663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</a:rPr>
              <a:t>ChromaDB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17720" y="5120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Vector storage (pgvector alt.)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38160" y="3749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412480" y="4023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412480" y="4663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</a:rPr>
              <a:t>Groq API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12480" y="5120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Fast, free LLM inference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 — Step 1 &amp;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Ingestion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7FA"/>
                </a:solidFill>
              </a:rPr>
              <a:t>Read raw files (PDF for now) and parse content into structured documents.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Chunking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32461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7FA"/>
                </a:solidFill>
              </a:rPr>
              <a:t>Split large documents into smaller, overlapping segments so the LLM's limited context window is used efficiently.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23560" y="356616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 — Step 3 &amp; 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Embedding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7FA"/>
                </a:solidFill>
              </a:rPr>
              <a:t>Convert text chunks into numerical vectors using sentence-transformer models. Semantically similar text lands closer in vector space.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Vector DB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32461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7FA"/>
                </a:solidFill>
              </a:rPr>
              <a:t>Store chunks + their embeddings in ChromaDB for fast similarity search at query time.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23560" y="356616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 — Step 5, 6 &amp; 7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Query Retrieval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User's natural-language query is embedded into the same vector space.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177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Similarity Search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30632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Vector DB returns the most relevant chunks for that query.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412480" y="17830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4124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Prompting &amp; LLM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0632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Retrieved context + query are formatted into a prompt and sent to the LLM for a grounded answer.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Search: Semantic + BM25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</a:rPr>
              <a:t>Why not rely on embeddings alone?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</a:rPr>
              <a:t>Pure semantic search can miss exact keyword matches (names, codes, rare terms). Combining it with BM25 keyword retrieval improves both accuracy and recall.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</a:rPr>
              <a:t>Semantic Search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Embeddings capture meaning; finds conceptually related chunks (ChromaDB).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8346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1772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</a:rPr>
              <a:t>BM25 Retrieval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17720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Classic keyword-frequency ranking; finds exact term matches.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8346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1248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Combined Result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0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7FA"/>
                </a:solidFill>
              </a:rPr>
              <a:t>Merged &amp; re-ranked results give more accurate, complete answers.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 &amp; Streaming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0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</a:rPr>
              <a:t>Backend (FastAPI)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Endpoints for document upload, chunking, query &amp; chat.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Input validation and structured error handling on every route.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RecursiveCharacterTextSplitter with configurable chunk_size / chunk_overlap.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4652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Real-time Streaming (SSE)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21031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0F7FA"/>
                </a:solidFill>
              </a:rPr>
              <a:t>LLM responses stream token-by-token via Server-Sent Events.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0F7FA"/>
                </a:solidFill>
              </a:rPr>
              <a:t>Reduces perceived response latency for the user.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F7FA"/>
                </a:solidFill>
              </a:rPr>
              <a:t>Groq API used for fast, free LLM inference during development.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</a:rPr>
              <a:t>Google OAuth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Users sign in with their Google account — no password management needed.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17720" y="17830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1772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</a:rPr>
              <a:t>JWT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17720" y="31089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Stateless tokens authorize API requests after login.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412480" y="17830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1248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</a:rPr>
              <a:t>HttpOnly Cookies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412480" y="31089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Tokens stored in HttpOnly cookies to reduce XSS token-theft risk.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Solved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</a:rPr>
              <a:t>Error Handling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Moved from 'happy path only' code to graceful failure with meaningful feedback at each pipeline stage.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463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46520" y="16459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</a:rPr>
              <a:t>Chunking Strategy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46520" y="210312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Tuned chunk_size and overlap to balance context completeness vs. retrieval precision.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</a:rPr>
              <a:t>Modular Code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Refactored functions (chunk.py, main.py) so the codebase is maintainable as we move to FastAPI.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749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0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46520" y="39319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</a:rPr>
              <a:t>Deployment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46520" y="438912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First-time deployment experience — got the FastAPI backend live and reachable.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737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7FA"/>
                </a:solidFill>
              </a:rPr>
              <a:t>Polish the Next.js frontend for document upload &amp; chat 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11480" cy="41148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606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7FA"/>
                </a:solidFill>
              </a:rPr>
              <a:t>Expand ingestion to CSV, XLSX, DOCX, TXT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411480" cy="41148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7FA"/>
                </a:solidFill>
              </a:rPr>
              <a:t>Add conversational memory &amp; citation tracking (Advanced RAG)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411480" cy="41148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7FA"/>
                </a:solidFill>
              </a:rPr>
              <a:t>Deploy the full stack end-to-end and share the live link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669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9FC2E0"/>
                </a:solidFill>
              </a:rPr>
              <a:t>Thank You!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847</Words>
  <Application>Microsoft Office PowerPoint</Application>
  <PresentationFormat>Widescreen</PresentationFormat>
  <Paragraphs>149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Documind - Mid Eval Presentation</dc:title>
  <dc:subject>PptxGenJS Presentation</dc:subject>
  <dc:creator>Utkarsh &amp; Akshita Dixit</dc:creator>
  <cp:lastModifiedBy>Manan Gagrani</cp:lastModifiedBy>
  <cp:revision>2</cp:revision>
  <dcterms:created xsi:type="dcterms:W3CDTF">2026-07-01T14:22:34Z</dcterms:created>
  <dcterms:modified xsi:type="dcterms:W3CDTF">2026-07-01T14:26:27Z</dcterms:modified>
</cp:coreProperties>
</file>